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3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70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chill. "Salut, je te montre Sutura Maps : les cartes du Sénégal, et maintenant du Bénin et de la Côte d'Ivoire, en quelques minutes. On y va tranquille."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le problème que ton public connaît. Parle de ta vraie expérience de géomaticien : la galère QGIS la veille d'un dépôt.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 les 3 produits sans t'étaler. Montre une carte de chaque à l'écran si tu partages ton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de croissance. "On a commencé par le Sénégal, complet. Le relief s'ouvre maintenant au Bénin et à la Côte d'Ivoire, et ça continue pays par pays en Afrique de l'Ouest."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de la démo. Va lentement sur l'étape 3 : "tu vois ta carte AVANT de payer". Prix unique 2 000 FCFA, tous pays, toutes échelles.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 le filigrane par les chiffres, en transparence. "Beaucoup génèrent, peu paient : les gens font des captures. Le filigrane protège l'aperçu, mais dès que tu paies, tu as la carte propre." Assume, ça crée la confiance.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Réponds à la peur de l'arnaque avant qu'on te la pose : "et si je paie et je reçois rien ?" Voilà pourquoi on ne risque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calme. Invite à tester, commenter, partager.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35C9D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MASTERCLASS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Sutura </a:t>
            </a:r>
            <a:r>
              <a:rPr lang="en-US" sz="8400" b="1" dirty="0">
                <a:solidFill>
                  <a:srgbClr val="E2673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Maps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Les cartes de tes territoires, en quelques minutes.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200" dirty="0">
                <a:solidFill>
                  <a:srgbClr val="7FE0E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Sénégal   ·   Bénin   ·   Côte d'Ivoire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Abdou Sène  ·  Géomaticien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Faire une carte,</a:t>
            </a:r>
            <a:endParaRPr lang="en-US" sz="48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c'était une journée.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Trouver la donnée. La nettoyer. La découper. La mettre en page.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 QGIS, ça prend des heures. Et tout le monde n'a pas suivi la formation.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69680" y="2011680"/>
            <a:ext cx="2651760" cy="2651760"/>
          </a:xfrm>
          <a:prstGeom prst="ellipse">
            <a:avLst/>
          </a:prstGeom>
          <a:solidFill>
            <a:srgbClr val="123C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201168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≈ 1 jour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 carte, prête </a:t>
            </a:r>
            <a:r>
              <a:rPr lang="en-US" sz="4400" b="1" dirty="0" err="1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</a:t>
            </a:r>
            <a:r>
              <a:rPr lang="en-US" sz="44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</a:t>
            </a:r>
            <a:r>
              <a:rPr lang="en-US" sz="4400" b="1" dirty="0" err="1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une</a:t>
            </a:r>
            <a:r>
              <a:rPr lang="en-US" sz="44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minute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980944"/>
            <a:ext cx="457200" cy="45720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0020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Localisation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29443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 commune, ses villages, </a:t>
            </a:r>
            <a:r>
              <a:rPr lang="en-US" sz="1700" dirty="0" err="1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</a:t>
            </a:r>
            <a:r>
              <a:rPr lang="en-US" sz="17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communes </a:t>
            </a:r>
            <a:r>
              <a:rPr lang="en-US" sz="1700" dirty="0" err="1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limitrophes</a:t>
            </a:r>
            <a:r>
              <a:rPr lang="en-US" sz="17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23944"/>
            <a:ext cx="457200" cy="457200"/>
          </a:xfrm>
          <a:prstGeom prst="ellipse">
            <a:avLst/>
          </a:prstGeom>
          <a:solidFill>
            <a:srgbClr val="1B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Occupation du sol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40873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Forêts, cultures, bâti. Données officielles.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5266944"/>
            <a:ext cx="457200" cy="457200"/>
          </a:xfrm>
          <a:prstGeom prst="ellipse">
            <a:avLst/>
          </a:prstGeom>
          <a:solidFill>
            <a:srgbClr val="35C9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5212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Relief (MNT)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52303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L'altitude en classes. Source SRTM, NASA.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35C9D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COUVERTURE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pays. Ça s'ouvre, pays par pays.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0876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3F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Sénégal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880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Localisation, occupation du sol et relief.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557 communes · 45 départements · 14 régions.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35C9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876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3F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Bénin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Relief (MNT).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365760" cy="365760"/>
          </a:xfrm>
          <a:prstGeom prst="ellipse">
            <a:avLst/>
          </a:prstGeom>
          <a:solidFill>
            <a:srgbClr val="7FE0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3F1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Côte d'Ivoire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5074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Relief (MNT).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Quatre étapes.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914400" cy="91440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Choisis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177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de carte, Ton pays, ta région, ta commune.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3017520"/>
            <a:ext cx="914400" cy="91440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Personnalise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6177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couleur, ton nom, le style.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914400" cy="91440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46177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2 000 FCFA. Mobile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3017520"/>
            <a:ext cx="914400" cy="91440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Télécharge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4562061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carte propre, tout de suite.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35C9D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 CHIFFRES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Pourquoi un filigrane 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F3F1E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1 124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9FB0B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CARTES GÉNÉRÉES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9FB0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651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9FB0B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CARTES PAYÉES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i="1" dirty="0" err="1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L'écart</a:t>
            </a:r>
            <a:r>
              <a:rPr lang="en-US" sz="2400" i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, comment </a:t>
            </a:r>
            <a:r>
              <a:rPr lang="en-US" sz="2400" i="1" dirty="0" err="1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ça</a:t>
            </a:r>
            <a:r>
              <a:rPr lang="en-US" sz="2400" i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</a:t>
            </a:r>
            <a:r>
              <a:rPr lang="en-US" sz="2400" i="1" dirty="0" err="1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s’explique</a:t>
            </a:r>
            <a:r>
              <a:rPr lang="en-US" sz="2400" i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???. Le filigrane rend l'aperçu inutilisable tel quel. La version payée, elle, est propre.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ZÉRO RISQUE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420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Tu vois avant de payer.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2880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Aperçu avant paiement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85292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carte se génère à l'écran. Tu juges avant de sortir un franc.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320040" cy="32004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Satisfait ou remboursé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39502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 24 h, sur le même numéro mobile money.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120640"/>
            <a:ext cx="320040" cy="320040"/>
          </a:xfrm>
          <a:prstGeom prst="ellipse">
            <a:avLst/>
          </a:prstGeom>
          <a:solidFill>
            <a:srgbClr val="E267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Paiement connu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50474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2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Wave, Orange Money, MaxIt. Pas de compte, pas de mail.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3F1E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Merci.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9FB0B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Teste avec ta commune. Tu ne risques rien.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300" dirty="0">
                <a:solidFill>
                  <a:srgbClr val="E2673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sutura-maps.com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559</Words>
  <Application>Microsoft Office PowerPoint</Application>
  <PresentationFormat>Grand écran</PresentationFormat>
  <Paragraphs>77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Barlow Condensed</vt:lpstr>
      <vt:lpstr>Cormorant Garamond</vt:lpstr>
      <vt:lpstr>DM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Abdou SENE</cp:lastModifiedBy>
  <cp:revision>2</cp:revision>
  <dcterms:created xsi:type="dcterms:W3CDTF">2026-09-12T17:45:38Z</dcterms:created>
  <dcterms:modified xsi:type="dcterms:W3CDTF">2026-09-12T18:12:30Z</dcterms:modified>
</cp:coreProperties>
</file>